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Pulse — Community Pulse Map. Built for SYNCS Hack 2026. Open on the live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gap: static listings vs live energy vs personal fit. Google Maps answers 'what is here', never 'what fits me right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one-liner: a map that reshapes itself around how you feel, and shows where the city is actually alive. Then hand off to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segment that can't be faked. In the live demo: two phones side by side, tap check-in on one, watch the other glow. Measured 417-629ms round trips.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assume hackathon data is faked. Deny it once, with receipts: Overpass POI pipeline, Ticketmaster live feed, AI copy grounded in the same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complexity rubric callback: multi-client realtime sync, weighted matching across two dimensions (events + suburbs), native heatmap from the same 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UI/UX rubric callback. Every choice was deliberate. Show the accessibility toggle live if demoing alongside.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Figma prototype — the URL works. Invite judges to open it on their own phones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Expansion story: nothing is Sydney-specific. The seed pipeline is parameterized on suburbs + a Ticketmaster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question, then the live map — not a logo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1051560"/>
            <a:ext cx="4754880" cy="4754880"/>
          </a:xfrm>
          <a:prstGeom prst="ellipse">
            <a:avLst/>
          </a:prstGeom>
          <a:ln w="19050">
            <a:solidFill>
              <a:srgbClr val="38BDF8">
                <a:alpha val="-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90688" y="1527048"/>
            <a:ext cx="3803904" cy="3803904"/>
          </a:xfrm>
          <a:prstGeom prst="ellipse">
            <a:avLst/>
          </a:prstGeom>
          <a:ln w="19050">
            <a:solidFill>
              <a:srgbClr val="38BDF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66176" y="2002536"/>
            <a:ext cx="2852928" cy="2852928"/>
          </a:xfrm>
          <a:prstGeom prst="ellipse">
            <a:avLst/>
          </a:prstGeom>
          <a:ln w="1905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41664" y="2478024"/>
            <a:ext cx="1901952" cy="1901952"/>
          </a:xfrm>
          <a:prstGeom prst="ellipse">
            <a:avLst/>
          </a:prstGeom>
          <a:ln w="19050">
            <a:solidFill>
              <a:srgbClr val="38BDF8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2" y="2953512"/>
            <a:ext cx="950976" cy="950976"/>
          </a:xfrm>
          <a:prstGeom prst="ellipse">
            <a:avLst/>
          </a:prstGeom>
          <a:ln w="19050">
            <a:solidFill>
              <a:srgbClr val="38BDF8">
                <a:alpha val="6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60636" y="3396996"/>
            <a:ext cx="64008" cy="64008"/>
          </a:xfrm>
          <a:prstGeom prst="ellipse">
            <a:avLst/>
          </a:prstGeom>
          <a:solidFill>
            <a:srgbClr val="A5F3FC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640080"/>
            <a:ext cx="1645920" cy="1645920"/>
          </a:xfrm>
          <a:prstGeom prst="ellipse">
            <a:avLst/>
          </a:prstGeom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914400"/>
            <a:ext cx="1097280" cy="1097280"/>
          </a:xfrm>
          <a:prstGeom prst="ellipse">
            <a:avLst/>
          </a:prstGeom>
          <a:ln w="12700">
            <a:solidFill>
              <a:srgbClr val="38BDF8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1188720"/>
            <a:ext cx="548640" cy="548640"/>
          </a:xfrm>
          <a:prstGeom prst="ellipse">
            <a:avLst/>
          </a:prstGeom>
          <a:ln w="12700">
            <a:solidFill>
              <a:srgbClr val="38BDF8">
                <a:alpha val="6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89036" y="1431036"/>
            <a:ext cx="64008" cy="64008"/>
          </a:xfrm>
          <a:prstGeom prst="ellipse">
            <a:avLst/>
          </a:prstGeom>
          <a:solidFill>
            <a:srgbClr val="A5F3F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0" y="4754880"/>
            <a:ext cx="1280160" cy="1280160"/>
          </a:xfrm>
          <a:prstGeom prst="ellipse">
            <a:avLst/>
          </a:prstGeom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54640" y="4968240"/>
            <a:ext cx="853440" cy="853440"/>
          </a:xfrm>
          <a:prstGeom prst="ellipse">
            <a:avLst/>
          </a:prstGeom>
          <a:ln w="12700">
            <a:solidFill>
              <a:srgbClr val="38BDF8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68000" y="5181600"/>
            <a:ext cx="426720" cy="426720"/>
          </a:xfrm>
          <a:prstGeom prst="ellipse">
            <a:avLst/>
          </a:prstGeom>
          <a:ln w="12700">
            <a:solidFill>
              <a:srgbClr val="38BDF8">
                <a:alpha val="6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49356" y="5362956"/>
            <a:ext cx="64008" cy="64008"/>
          </a:xfrm>
          <a:prstGeom prst="ellipse">
            <a:avLst/>
          </a:prstGeom>
          <a:solidFill>
            <a:srgbClr val="A5F3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HACK 2026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14884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</a:t>
            </a:r>
            <a:endParaRPr lang="en-US" sz="8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7033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map of what's actually happening in Sydney —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what's listed, what's buzzing.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sync-hack-2026.vercel.app  ·  live now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tell you what's there.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don't tell you what's alive.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306324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33832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identical pins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venue looks the same weight whether it's packed tonight or permanently dead. Discovery becomes scrolling, not deciding.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306324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33832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sense of “right now”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are static. The one thing that decides a night out — where the energy actually is at this moment — isn't on any map.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306324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33832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map for every mood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solo, low-energy Tuesday and a high-energy Saturday with friends get the exact same map. It fits nobody.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3202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map that reshapes itself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around how you feel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is a realtime map of Sydney's happenings. A four-tap mood quiz re-sorts the whole city around you — matching events glow, everything else dims but never disappears. And when people check in, every open screen sees that pin pulse brighter, live.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6268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45720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my vibe   </a:t>
            </a:r>
            <a:pPr indent="0" marL="0">
              <a:buNone/>
            </a:pPr>
            <a:r>
              <a:rPr lang="en-US" sz="13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taps — energy, social, time — and the map re-sorts itself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528523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52303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buzz   </a:t>
            </a:r>
            <a:pPr indent="0" marL="0">
              <a:buNone/>
            </a:pPr>
            <a:r>
              <a:rPr lang="en-US" sz="13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Check-ins broadcast to every device in under a second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94360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588873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 match   </a:t>
            </a:r>
            <a:pPr indent="0" marL="0">
              <a:buNone/>
            </a:pPr>
            <a:r>
              <a:rPr lang="en-US" sz="13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quiz lands on a suburb hero card and flies you there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040880" y="2194560"/>
            <a:ext cx="4343400" cy="3977640"/>
          </a:xfrm>
          <a:prstGeom prst="roundRect">
            <a:avLst>
              <a:gd name="adj" fmla="val 2299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609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  ·  46 EVENTS LIVE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26680" y="3108960"/>
            <a:ext cx="1371600" cy="1371600"/>
          </a:xfrm>
          <a:prstGeom prst="ellipse">
            <a:avLst/>
          </a:prstGeom>
          <a:ln w="15875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3337560"/>
            <a:ext cx="914400" cy="914400"/>
          </a:xfrm>
          <a:prstGeom prst="ellipse">
            <a:avLst/>
          </a:prstGeom>
          <a:ln w="15875">
            <a:solidFill>
              <a:srgbClr val="38BDF8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3566160"/>
            <a:ext cx="457200" cy="457200"/>
          </a:xfrm>
          <a:prstGeom prst="ellipse">
            <a:avLst/>
          </a:prstGeom>
          <a:ln w="15875">
            <a:solidFill>
              <a:srgbClr val="38BDF8">
                <a:alpha val="6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0476" y="3762756"/>
            <a:ext cx="64008" cy="64008"/>
          </a:xfrm>
          <a:prstGeom prst="ellipse">
            <a:avLst/>
          </a:prstGeom>
          <a:solidFill>
            <a:srgbClr val="A5F3FC"/>
          </a:solidFill>
          <a:ln/>
        </p:spPr>
      </p:sp>
      <p:sp>
        <p:nvSpPr>
          <p:cNvPr id="17" name="Shape 15"/>
          <p:cNvSpPr/>
          <p:nvPr/>
        </p:nvSpPr>
        <p:spPr>
          <a:xfrm>
            <a:off x="9784080" y="2834640"/>
            <a:ext cx="914400" cy="914400"/>
          </a:xfrm>
          <a:prstGeom prst="ellipse">
            <a:avLst/>
          </a:prstGeom>
          <a:ln w="15875">
            <a:solidFill>
              <a:srgbClr val="38BDF8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12680" y="3063240"/>
            <a:ext cx="457200" cy="457200"/>
          </a:xfrm>
          <a:prstGeom prst="ellipse">
            <a:avLst/>
          </a:prstGeom>
          <a:ln w="15875">
            <a:solidFill>
              <a:srgbClr val="38BDF8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09276" y="3259836"/>
            <a:ext cx="64008" cy="64008"/>
          </a:xfrm>
          <a:prstGeom prst="ellipse">
            <a:avLst/>
          </a:prstGeom>
          <a:solidFill>
            <a:srgbClr val="A5F3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942832" y="4507992"/>
            <a:ext cx="1133856" cy="1133856"/>
          </a:xfrm>
          <a:prstGeom prst="ellipse">
            <a:avLst/>
          </a:prstGeom>
          <a:ln w="15875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31808" y="4696968"/>
            <a:ext cx="755904" cy="755904"/>
          </a:xfrm>
          <a:prstGeom prst="ellipse">
            <a:avLst/>
          </a:prstGeom>
          <a:ln w="15875">
            <a:solidFill>
              <a:srgbClr val="38BDF8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0784" y="4885944"/>
            <a:ext cx="377952" cy="377952"/>
          </a:xfrm>
          <a:prstGeom prst="ellipse">
            <a:avLst/>
          </a:prstGeom>
          <a:ln w="15875">
            <a:solidFill>
              <a:srgbClr val="38BDF8">
                <a:alpha val="6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77756" y="5042916"/>
            <a:ext cx="64008" cy="64008"/>
          </a:xfrm>
          <a:prstGeom prst="ellipse">
            <a:avLst/>
          </a:prstGeom>
          <a:solidFill>
            <a:srgbClr val="A5F3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8120" y="4526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Newtown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4692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Surry Hills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5669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Bondi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3202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MOMENT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 here. Every screen sees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108960" cy="2286000"/>
          </a:xfrm>
          <a:prstGeom prst="roundRect">
            <a:avLst>
              <a:gd name="adj" fmla="val 3200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2461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taps “I'm here” at an event. One row written to Postgres.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950208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26280" y="2377440"/>
            <a:ext cx="3108960" cy="2286000"/>
          </a:xfrm>
          <a:prstGeom prst="roundRect">
            <a:avLst>
              <a:gd name="adj" fmla="val 3200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32461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 pushes the insert to every subscribed client.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653528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229600" y="2377440"/>
            <a:ext cx="3108960" cy="2286000"/>
          </a:xfrm>
          <a:prstGeom prst="roundRect">
            <a:avLst>
              <a:gd name="adj" fmla="val 3200"/>
            </a:avLst>
          </a:prstGeom>
          <a:solidFill>
            <a:srgbClr val="141B2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5F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Glow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2461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brightens, heatmap shifts, ticker updates — on every open device.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749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5F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1s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5074920"/>
            <a:ext cx="8458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write-to-glow round trip between two live clients — no refresh, no polling, verified end-to-end against production Supabase.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3202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STAGED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on the map is traceable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561320" cy="1207008"/>
          </a:xfrm>
          <a:prstGeom prst="roundRect">
            <a:avLst>
              <a:gd name="adj" fmla="val 5303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377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· Overpass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Suburb vibe scores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3500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POI density per suburb, composition-normalized — each suburb scored on what it's relatively skewed toward, so the CBD can't win every category just by being biggest.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566160"/>
            <a:ext cx="10561320" cy="1207008"/>
          </a:xfrm>
          <a:prstGeom prst="roundRect">
            <a:avLst>
              <a:gd name="adj" fmla="val 5303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3749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Ticketmaster Discovery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event feed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7216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on-sale events for Sydney, venue-matched to suburbs by nearest-centroid distance. Layered over a hand-verified floor covering charity, community and historical events.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937760"/>
            <a:ext cx="10561320" cy="1207008"/>
          </a:xfrm>
          <a:prstGeom prst="roundRect">
            <a:avLst>
              <a:gd name="adj" fmla="val 5303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5120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gpt-4o-mini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5120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Suburb blurbs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50932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“Known for” one-liners generated from the real score data — grounded copy, not invented marketing.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judge asks “where did that number come from?” — there's a real answer, every time.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3202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Realtime state sync, live matching,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heatmap — one data stream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3200400" cy="3063240"/>
          </a:xfrm>
          <a:prstGeom prst="roundRect">
            <a:avLst>
              <a:gd name="adj" fmla="val 2388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65760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POI fetch + normalize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Ticketmaster live events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blurbs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to Postgres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26280" y="2926080"/>
            <a:ext cx="3200400" cy="3063240"/>
          </a:xfrm>
          <a:prstGeom prst="roundRect">
            <a:avLst>
              <a:gd name="adj" fmla="val 2388"/>
            </a:avLst>
          </a:prstGeom>
          <a:solidFill>
            <a:srgbClr val="1B2440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CORE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365760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+ RLS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postgres_changes broadcast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checkins / going streams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buzz aggregation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229600" y="2926080"/>
            <a:ext cx="3200400" cy="3063240"/>
          </a:xfrm>
          <a:prstGeom prst="roundRect">
            <a:avLst>
              <a:gd name="adj" fmla="val 2388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65760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MapLibre GL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heatmap layer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Mood-match pin opacity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glassmorphism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stream, three renderings: the same check-in data drives pin glow, the heatmap, and the live ticker — they can never disagree.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3202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Maps skin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87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Dimmed, never hidden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94436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Non-matching events fade to 35% — the map never hits a dead end, and changing your mood never means starting over.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22860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487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Tap-only, always skippable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94436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mood quiz is four taps, zero typing, with a visible skip. Low friction for every digital-literacy level.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453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is a filter, not a footnote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91032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 access, sensory-friendly and multilingual tags on every event — answering the hackathon's own theme prompt directly.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425196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41B2E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4453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Control-room dark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91032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 at night, energy as light. Buzz reads as glow intensity — the visual language is the data.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3202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THIS WEEKEND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production, right now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68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5F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 on the map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hand-verified floor + Ticketmaster feed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547872" y="2468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5F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 suburbs scored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real OpenStreetMap density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72784" y="2468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5F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272784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categories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concerts to charity to historical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997696" y="2468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5F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1s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997696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round trip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997696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across live devices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983480"/>
            <a:ext cx="10561320" cy="1143000"/>
          </a:xfrm>
          <a:prstGeom prst="roundRect">
            <a:avLst>
              <a:gd name="adj" fmla="val 6400"/>
            </a:avLst>
          </a:prstGeom>
          <a:solidFill>
            <a:srgbClr val="141B2E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98348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F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sync-hack-2026.vercel.app</a:t>
            </a:r>
            <a:pPr indent="0" marL="0">
              <a:buNone/>
            </a:pPr>
            <a:r>
              <a:rPr lang="en-US" sz="13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deployed on Vercel · full onboarding, quiz, filters and live map working end-to-end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13202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city-agnostic by design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Sydney, live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MVP: realtime buzz, mood matching, heatmap, accessibility filters.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6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the pulse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6118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when a suburb you follow starts trending — the map comes to you.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6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city on Earth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6118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pipeline runs on OpenStreetMap + Ticketmaster coverage. New city = new seed run, zero new code.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7840" y="5257800"/>
            <a:ext cx="1005840" cy="1005840"/>
          </a:xfrm>
          <a:prstGeom prst="ellipse">
            <a:avLst/>
          </a:prstGeom>
          <a:ln w="15875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45480" y="5425440"/>
            <a:ext cx="670560" cy="670560"/>
          </a:xfrm>
          <a:prstGeom prst="ellipse">
            <a:avLst/>
          </a:prstGeom>
          <a:ln w="15875">
            <a:solidFill>
              <a:srgbClr val="38BDF8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13120" y="5593080"/>
            <a:ext cx="335280" cy="335280"/>
          </a:xfrm>
          <a:prstGeom prst="ellipse">
            <a:avLst/>
          </a:prstGeom>
          <a:ln w="15875">
            <a:solidFill>
              <a:srgbClr val="38BDF8">
                <a:alpha val="6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48756" y="5728716"/>
            <a:ext cx="64008" cy="64008"/>
          </a:xfrm>
          <a:prstGeom prst="ellipse">
            <a:avLst/>
          </a:prstGeom>
          <a:solidFill>
            <a:srgbClr val="A5F3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3202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26280" y="1234440"/>
            <a:ext cx="3108960" cy="3108960"/>
          </a:xfrm>
          <a:prstGeom prst="ellipse">
            <a:avLst/>
          </a:prstGeom>
          <a:ln w="19050">
            <a:solidFill>
              <a:srgbClr val="38BDF8">
                <a:alpha val="-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37176" y="1545336"/>
            <a:ext cx="2487168" cy="2487168"/>
          </a:xfrm>
          <a:prstGeom prst="ellipse">
            <a:avLst/>
          </a:prstGeom>
          <a:ln w="19050">
            <a:solidFill>
              <a:srgbClr val="38BDF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48072" y="1856232"/>
            <a:ext cx="1865376" cy="1865376"/>
          </a:xfrm>
          <a:prstGeom prst="ellipse">
            <a:avLst/>
          </a:prstGeom>
          <a:ln w="1905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58968" y="2167128"/>
            <a:ext cx="1243584" cy="1243584"/>
          </a:xfrm>
          <a:prstGeom prst="ellipse">
            <a:avLst/>
          </a:prstGeom>
          <a:ln w="19050">
            <a:solidFill>
              <a:srgbClr val="38BDF8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9864" y="2478024"/>
            <a:ext cx="621792" cy="621792"/>
          </a:xfrm>
          <a:prstGeom prst="ellipse">
            <a:avLst/>
          </a:prstGeom>
          <a:ln w="19050">
            <a:solidFill>
              <a:srgbClr val="38BDF8">
                <a:alpha val="6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48756" y="2756916"/>
            <a:ext cx="64008" cy="64008"/>
          </a:xfrm>
          <a:prstGeom prst="ellipse">
            <a:avLst/>
          </a:prstGeom>
          <a:solidFill>
            <a:srgbClr val="A5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416052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the city actually alive?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5029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answers it — live, right now, on every screen watching.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589788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sync-hack-2026.vercel.app   ·   github.com/kolonel-git/Sync-Hack-2026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2026-08-30T01:58:53Z</dcterms:created>
  <dcterms:modified xsi:type="dcterms:W3CDTF">2026-08-30T01:58:53Z</dcterms:modified>
</cp:coreProperties>
</file>